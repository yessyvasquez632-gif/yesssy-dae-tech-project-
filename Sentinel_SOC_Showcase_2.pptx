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731520"/>
            <a:ext cx="1645920" cy="1828800"/>
          </a:xfrm>
          <a:prstGeom prst="roundRect">
            <a:avLst>
              <a:gd name="adj" fmla="val 8333"/>
            </a:avLst>
          </a:prstGeom>
          <a:solidFill>
            <a:srgbClr val="1A2E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77724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🛡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SENTINEL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HYBRID-SOC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an Automated Detection &amp; Response Ecosystem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5029200" cy="27432"/>
          </a:xfrm>
          <a:prstGeom prst="rect">
            <a:avLst/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Yessy Vasquez  |  DAE Cybersecurity Cohort  |  Stafford, CT  | 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06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A2E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Wazuh SIEM/EDR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4206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A2E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AWS Cloud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4206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A2E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Shuffle SOAR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42062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A2E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MITRE ATT&amp;CK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drown in thousands of raw alerts with no automated triage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868680"/>
            <a:ext cx="274320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Visibility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logs and cloud logs live in separate silos — no single pane of glass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868680"/>
            <a:ext cx="274320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🐢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874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containment takes minutes. Attackers move in seconds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▼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8595360" cy="1508760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Sentinel Hybrid-SOC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operational Security Operations Center built in a virtualized lab — integrating Wazuh SIEM, AWS CloudTrail &amp; GuardDuty, and Shuffle SOAR to detect, analyze, and automatically respond to real attacks across on-prem and cloud environments.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On-Premises + Cloud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D1B2A"/>
                </a:solidFill>
              </a:rPr>
              <a:t>ENDPOINT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743200" cy="25603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M4 (Docker)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 ARM64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Agent 001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HIDS Active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74320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D1B2A"/>
                </a:solidFill>
              </a:rPr>
              <a:t>SIEM / EDR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371600"/>
            <a:ext cx="2743200" cy="25603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Manager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+ Log Analysis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1005840"/>
            <a:ext cx="2743200" cy="3657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D1B2A"/>
                </a:solidFill>
              </a:rPr>
              <a:t>CLOUD + SOAR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371600"/>
            <a:ext cx="2743200" cy="25603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463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CloudTrail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GuardDuty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2377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Log Bucket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2834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SOAR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Containment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017520" y="2286000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286000"/>
            <a:ext cx="274320" cy="0"/>
          </a:xfrm>
          <a:prstGeom prst="line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99232" y="21031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21031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261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FC9"/>
                </a:solidFill>
              </a:rPr>
              <a:t>Mac M4 ARM64  |  UTM Virtualization  |  Docker  |  AWS us-east-1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 1 — SSH Brute Force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85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MITRE T1110 — Brute Force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Simulated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enabled on Kali Linux (10.11.3.106) on port 22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95681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rapid login attempts using non-existent username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35915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passwords entered intentionally each attempt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7614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total authentication failures logged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16382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confirmed SYN→AUTH-FAIL pattern in &lt;100ms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4023360" cy="374904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Detection Result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554480"/>
            <a:ext cx="37490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5710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non-existent user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E8F0"/>
                </a:solidFill>
              </a:rPr>
              <a:t>17 hits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FC9"/>
                </a:solidFill>
              </a:rPr>
              <a:t>Level 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377440"/>
            <a:ext cx="37490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5503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 login failed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E8F0"/>
                </a:solidFill>
              </a:rPr>
              <a:t>5 hits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FC9"/>
                </a:solidFill>
              </a:rPr>
              <a:t>Level 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200400"/>
            <a:ext cx="37490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5712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detected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FIRED 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3520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AFC9"/>
                </a:solidFill>
              </a:rPr>
              <a:t>Level 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 breaches. Attack detected before any access gained.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206240"/>
            <a:ext cx="4206240" cy="548640"/>
          </a:xfrm>
          <a:prstGeom prst="rect">
            <a:avLst/>
          </a:prstGeom>
          <a:solidFill>
            <a:srgbClr val="0A0F1A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51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for i in {1..10}; do ssh yessy@10.11.3.106; done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Attack 2 — Cloud Credential Theft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85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MITRE TA0007 — Discovery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— Attacker Stopped at Phase 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1645920"/>
            <a:ext cx="1554480" cy="1371600"/>
          </a:xfrm>
          <a:prstGeom prst="rect">
            <a:avLst/>
          </a:prstGeom>
          <a:solidFill>
            <a:srgbClr val="1A2E45"/>
          </a:solidFill>
          <a:ln w="9525">
            <a:solidFill>
              <a:srgbClr val="2E40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Secrets Manager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2103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FC9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1645920"/>
            <a:ext cx="1554480" cy="1371600"/>
          </a:xfrm>
          <a:prstGeom prst="rect">
            <a:avLst/>
          </a:prstGeom>
          <a:solidFill>
            <a:srgbClr val="1A2E45"/>
          </a:solidFill>
          <a:ln w="9525">
            <a:solidFill>
              <a:srgbClr val="2E40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1168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Access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stolen IAM keys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2103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FC9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94760" y="1645920"/>
            <a:ext cx="1554480" cy="1371600"/>
          </a:xfrm>
          <a:prstGeom prst="rect">
            <a:avLst/>
          </a:prstGeom>
          <a:solidFill>
            <a:srgbClr val="1A0A0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GetSecretValue calls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49240" y="2103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FC9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77840" y="1645920"/>
            <a:ext cx="1554480" cy="1371600"/>
          </a:xfrm>
          <a:prstGeom prst="rect">
            <a:avLst/>
          </a:prstGeom>
          <a:solidFill>
            <a:srgbClr val="1A0A0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7784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AccessDenied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0" y="21031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FC9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60920" y="1645920"/>
            <a:ext cx="1554480" cy="1371600"/>
          </a:xfrm>
          <a:prstGeom prst="rect">
            <a:avLst/>
          </a:prstGeom>
          <a:solidFill>
            <a:srgbClr val="1A0A0A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6092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23774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REACHED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Chain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74320" y="35661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GetSecretValue calls fired in under 4 seconds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38587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logged all 10 as AccessDenied events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15137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stored logs → Wazuh polled every 5 min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44398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80250 (Level 5) fired in Wazuh dashboard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7365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tags: Valid Accounts, Password Guessing shown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03520" y="3154680"/>
            <a:ext cx="3566160" cy="1691640"/>
          </a:xfrm>
          <a:prstGeom prst="rect">
            <a:avLst/>
          </a:prstGeom>
          <a:solidFill>
            <a:srgbClr val="1A2E4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Stats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94960" y="361188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fired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361188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94960" y="389534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23760" y="3895344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 seconds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94960" y="417880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accessed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223760" y="4178808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394960" y="446227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rule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223760" y="446227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80250 Level 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A0F1A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6451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for i in {1..10}; do aws secretsmanager get-secret-value --secret-id sentinel-test-secret --region us-east-1; done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Tools in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889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229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🔬  Nmap NSE Scan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788920" cy="288036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Lab gateway 10.11.0.1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3794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CVE-2011-1002 — UDP 5353 DoS (CVSS 5.0)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500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CWE-319 — Cleartext HTTP creds (CVSS 5.3)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8620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CWE-284 — DB admin port 6789 exposed (CVSS 8.1 HIGH)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3741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CWE-406 — DNS open resolver (CVSS 6.5)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4206240"/>
            <a:ext cx="2788920" cy="347472"/>
          </a:xfrm>
          <a:prstGeom prst="rect">
            <a:avLst/>
          </a:prstGeom>
          <a:solidFill>
            <a:srgbClr val="0A0F1A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233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nmap -sV --script vuln 10.11.0.1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822960"/>
            <a:ext cx="278892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8229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📡  Wireshark Capture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1234440"/>
            <a:ext cx="2788920" cy="288036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325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SSH brute force traffic live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183794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tcp.port == 22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3500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SYN → SYN-ACK → AUTH-FAIL → RST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8620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repeated cycles in &lt; 100ms intervals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3741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automated tool behavior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4206240"/>
            <a:ext cx="2788920" cy="347472"/>
          </a:xfrm>
          <a:prstGeom prst="rect">
            <a:avLst/>
          </a:prstGeom>
          <a:solidFill>
            <a:srgbClr val="0A0F1A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4233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Display filter: tcp.port == 22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63640" y="822960"/>
            <a:ext cx="278892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82296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⚔️  Atomic Red Team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63640" y="1234440"/>
            <a:ext cx="2788920" cy="288036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325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 Kali Linux ARM64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183794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T1110 Brute Force — Rule 5712 fired 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235000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T1528 Steal App Token — Rule 80250 fired 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86207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TA0007 Discovery — Rule 80202 fired 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37413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detection rate across all 3 techniques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206240"/>
            <a:ext cx="2788920" cy="347472"/>
          </a:xfrm>
          <a:prstGeom prst="rect">
            <a:avLst/>
          </a:prstGeom>
          <a:solidFill>
            <a:srgbClr val="0A0F1A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233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github.com/redcanaryco/atomic-red-team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</a:rPr>
              <a:t>All attacks were detected. Detection rate: 100%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MITRE ATT&amp;CK Mapping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attack mapped to the framework — the same methodology used by real SOC analysts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24028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Technique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51560"/>
            <a:ext cx="288036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Attack Simulated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051560"/>
            <a:ext cx="12344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1051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Wazuh Rule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1051560"/>
            <a:ext cx="59436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051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Level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051560"/>
            <a:ext cx="12344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051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Result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444752"/>
            <a:ext cx="224028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146304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T1110 — Brute Force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1444752"/>
            <a:ext cx="288036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1463040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password guessing on port 22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0" y="1444752"/>
            <a:ext cx="123444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41264" y="146304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5712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766560" y="1444752"/>
            <a:ext cx="59436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424" y="146304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06640" y="1444752"/>
            <a:ext cx="123444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61504" y="146304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Detected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011680"/>
            <a:ext cx="2240280" cy="521208"/>
          </a:xfrm>
          <a:prstGeom prst="rect">
            <a:avLst/>
          </a:prstGeom>
          <a:solidFill>
            <a:srgbClr val="0D1B2A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2029968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T1528 — Steal App Token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0" y="2011680"/>
            <a:ext cx="2880360" cy="521208"/>
          </a:xfrm>
          <a:prstGeom prst="rect">
            <a:avLst/>
          </a:prstGeom>
          <a:solidFill>
            <a:srgbClr val="0D1B2A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15184" y="202996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rapid GetSecretValue AWS API calls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0" y="2011680"/>
            <a:ext cx="1234440" cy="521208"/>
          </a:xfrm>
          <a:prstGeom prst="rect">
            <a:avLst/>
          </a:prstGeom>
          <a:solidFill>
            <a:srgbClr val="0D1B2A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41264" y="202996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80250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66560" y="2011680"/>
            <a:ext cx="594360" cy="521208"/>
          </a:xfrm>
          <a:prstGeom prst="rect">
            <a:avLst/>
          </a:prstGeom>
          <a:solidFill>
            <a:srgbClr val="0D1B2A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1424" y="2029968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06640" y="2011680"/>
            <a:ext cx="1234440" cy="521208"/>
          </a:xfrm>
          <a:prstGeom prst="rect">
            <a:avLst/>
          </a:prstGeom>
          <a:solidFill>
            <a:srgbClr val="0D1B2A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61504" y="202996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Detected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2578608"/>
            <a:ext cx="224028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" y="2596896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TA0007 — Discovery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60320" y="2578608"/>
            <a:ext cx="288036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15184" y="2596896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IAM API: ListUsers, CreateAccessKey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0" y="2578608"/>
            <a:ext cx="123444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41264" y="2596896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80202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766560" y="2578608"/>
            <a:ext cx="59436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21424" y="2596896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406640" y="2578608"/>
            <a:ext cx="123444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61504" y="2596896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Detected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74320" y="3145536"/>
            <a:ext cx="2240280" cy="521208"/>
          </a:xfrm>
          <a:prstGeom prst="rect">
            <a:avLst/>
          </a:prstGeom>
          <a:solidFill>
            <a:srgbClr val="0D1B2A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3163824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T1526 — Cloud Discovery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560320" y="3145536"/>
            <a:ext cx="2880360" cy="521208"/>
          </a:xfrm>
          <a:prstGeom prst="rect">
            <a:avLst/>
          </a:prstGeom>
          <a:solidFill>
            <a:srgbClr val="0D1B2A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15184" y="3163824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enumeration via IAM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0" y="3145536"/>
            <a:ext cx="1234440" cy="521208"/>
          </a:xfrm>
          <a:prstGeom prst="rect">
            <a:avLst/>
          </a:prstGeom>
          <a:solidFill>
            <a:srgbClr val="0D1B2A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41264" y="3163824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80202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766560" y="3145536"/>
            <a:ext cx="594360" cy="521208"/>
          </a:xfrm>
          <a:prstGeom prst="rect">
            <a:avLst/>
          </a:prstGeom>
          <a:solidFill>
            <a:srgbClr val="0D1B2A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21424" y="3163824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406640" y="3145536"/>
            <a:ext cx="1234440" cy="521208"/>
          </a:xfrm>
          <a:prstGeom prst="rect">
            <a:avLst/>
          </a:prstGeom>
          <a:solidFill>
            <a:srgbClr val="0D1B2A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61504" y="3163824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Detected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" y="3712464"/>
            <a:ext cx="224028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" y="373075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T1078.004 — Valid Cloud Accts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2560320" y="3712464"/>
            <a:ext cx="288036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15184" y="3730752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IAM credentials used for auth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486400" y="3712464"/>
            <a:ext cx="123444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41264" y="3730752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80253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766560" y="3712464"/>
            <a:ext cx="59436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21424" y="3730752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406640" y="3712464"/>
            <a:ext cx="1234440" cy="521208"/>
          </a:xfrm>
          <a:prstGeom prst="rect">
            <a:avLst/>
          </a:prstGeom>
          <a:solidFill>
            <a:srgbClr val="1A2E45"/>
          </a:solidFill>
          <a:ln w="6350">
            <a:solidFill>
              <a:srgbClr val="2E405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61504" y="3730752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Detected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FC9"/>
                </a:solidFill>
              </a:rPr>
              <a:t>Compliance: PCI DSS 10.2.4 | HIPAA 164.312.b | NIST 800-53 SI.4, AU.14, AC.7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Shuffle SOAR — Automated 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Mean Time to Respond (MTTR) from minutes to seconds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1A2E45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rule severity &gt;10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896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0" y="109728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1A2E45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📤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011680" y="17373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20848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sent to Shuffle SOAR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896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49040" y="109728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1A2E45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749040" y="17373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20848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IP/Hash checked via VirusTotal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5780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896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0" y="109728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1A2E45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486400" y="17373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0848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Malicious? → trigger response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1691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896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23760" y="1097280"/>
            <a:ext cx="1508760" cy="1645920"/>
          </a:xfrm>
          <a:prstGeom prst="roundRect">
            <a:avLst>
              <a:gd name="adj" fmla="val 6061"/>
            </a:avLst>
          </a:prstGeom>
          <a:solidFill>
            <a:srgbClr val="1A2E45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23760" y="17373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223760" y="2084832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isolated automatically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Shuffle Does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432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Docker alongside Wazuh Manager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3739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webhooks from Wazuh on high-severity alerts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050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VirusTotal API for threat intelligence enrichment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" y="4361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automated host isolation command back to Wazuh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46725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containment: within 60 seconds of initial alert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0" y="3017520"/>
            <a:ext cx="338328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3127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69480" y="3127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Docker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23560" y="3447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69480" y="3447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Rule severity &gt; 10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23560" y="3767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69480" y="37673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VirusTotal API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23560" y="4087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Target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269480" y="4087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&lt; 60 seconds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23560" y="4407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69480" y="4407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Automated isolation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Deliverables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Completion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9768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73152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C1–C4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Capstone Items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2618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Complete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429768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55648"/>
            <a:ext cx="73152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922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R1–R2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00253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Threats &amp; Vulnerability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18470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Complete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40864"/>
            <a:ext cx="429768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40864"/>
            <a:ext cx="73152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77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5877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(OpenCTI)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0" y="24323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Complete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429768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926080"/>
            <a:ext cx="73152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626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1729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30175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Complete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511296"/>
            <a:ext cx="429768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511296"/>
            <a:ext cx="73152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478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7581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 &amp; IR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36027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Complete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096512"/>
            <a:ext cx="429768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096512"/>
            <a:ext cx="73152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33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 1–7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3434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(7/7)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0" y="418795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Complete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Artifacts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937760" y="1170432"/>
            <a:ext cx="388620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118872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440680" y="12070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Brute Force Attack Report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40680" y="141732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detection lifecycle + MITRE mapping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37760" y="1755648"/>
            <a:ext cx="388620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177393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40680" y="17922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Attack Report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40680" y="20025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chain analysis, 10 CloudTrail events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37760" y="2340864"/>
            <a:ext cx="388620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235915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440680" y="2377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 Doc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40680" y="258775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Day 4 — TA0007 full mapping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937760" y="2926080"/>
            <a:ext cx="388620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83480" y="294436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440680" y="29626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Plan (IRP)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40680" y="31729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800-61 aligned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937760" y="3511296"/>
            <a:ext cx="388620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83480" y="352958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5440680" y="35478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Design Document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40680" y="375818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objectives, tech stack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937760" y="4096512"/>
            <a:ext cx="388620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83480" y="4114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440680" y="41330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 Rubric (7/7)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40680" y="4343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network rubric items documented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 Built. What I Proved.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69164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Detection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every simulated attack — 100% detection rate across SSH, cloud, and network vectors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69164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14400"/>
            <a:ext cx="73152" cy="1691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058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0515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On-Prem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48132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visibility across local endpoints (Kali) and AWS cloud in a single Wazuh dashboard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206240" cy="169164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26080"/>
            <a:ext cx="73152" cy="1691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17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49300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SOAR automates containment — no manual intervention required once configured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206240" cy="1691640"/>
          </a:xfrm>
          <a:prstGeom prst="rect">
            <a:avLst/>
          </a:prstGeom>
          <a:solidFill>
            <a:srgbClr val="1A2E45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926080"/>
            <a:ext cx="73152" cy="1691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175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3063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Output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3493008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attack documented with incident reports, MITRE mapping, forensic evidence, and compliance tags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FC9"/>
                </a:solidFill>
              </a:rPr>
              <a:t>Yessy Vasquez  |  DAE Cybersecurity Cohort  |  Stafford, CT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Sentinel Hybrid-SOC</dc:title>
  <dc:subject>PptxGenJS Presentation</dc:subject>
  <dc:creator>Yessy Vasquez</dc:creator>
  <cp:lastModifiedBy>Yessy Vasquez</cp:lastModifiedBy>
  <cp:revision>1</cp:revision>
  <dcterms:created xsi:type="dcterms:W3CDTF">2026-05-12T17:22:17Z</dcterms:created>
  <dcterms:modified xsi:type="dcterms:W3CDTF">2026-05-12T17:22:17Z</dcterms:modified>
</cp:coreProperties>
</file>